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廈門深度旅遊攻略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天 × 14 天　·　吃住交通費用全指南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🏝️ 廈門 · 2026  |  OpenClaw 智能旅遊攻略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基本資訊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氣候·簽證·機票·支付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4320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景點地圖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必去景點·島內/島外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美食地圖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必吃小吃·推薦餐廳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12064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住宿推薦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分區指南·價位參考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55448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55448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951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交通攻略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高鐵·捷運·輪渡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74320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951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天方案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每日行程·精華深度遊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93192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93192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951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天方案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516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完整探索·土樓延伸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12064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512064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08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9516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費用預估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9516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三級預算·分項明細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基本資訊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Basic Travel Info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56616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如何抵達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小三通：金門→廈門（船1hr+巴）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直飛：台北→廈門高崎機場（1.5hr）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高鐵：經小三通或香港轉機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005840"/>
            <a:ext cx="356616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🌤️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最佳旅季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3-5月（春）：櫻花、油菜花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9-11月（秋）：涼爽乾燥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避開7-8月颱風季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005840"/>
            <a:ext cx="356616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53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7782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證件準備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台胞證（確認有效期）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一次簽（出發前申請）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56616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支付方式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3434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支付寶 / 微信支付（主要）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現金備用（路邊小吃）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348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氣候穿著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43434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亞熱帶海島氣候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春秋：薄外套必備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夏季：防曬+雨具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356616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75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77824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必備工具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43434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支付寶（實名認證）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微信（訂船票/滴滴）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離線地圖下載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景點地圖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景點地圖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5486400" cy="5577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🔴 核心必去景點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627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世界文化遺產 · 萬國建築博覽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34840" y="1481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船票35 CNY往返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08483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日光岩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49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鼓浪嶼制高點 · 俯瞰全島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30 CNY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70662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615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71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閩南佛教聖地 · 香火鼎盛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2724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3328416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廈門大學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93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中國最美校園 · 嘉庚建築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3346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免費（需預約）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395020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環島路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海岸線騎行 · 黃厝海灘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3968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5720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曾厝垵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736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文創漁村 · 小吃匯集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4590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519379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中山路步行街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53583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百年騎樓老街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34840" y="5212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" y="58155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5724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園林植物園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5980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雨林世界 · 多肉植物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5833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30 CNY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822960"/>
            <a:ext cx="5486400" cy="5577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🟡 島外延伸景點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46520" y="14630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集美學村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084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嘉庚建築群 · 閩南華僑教育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424160" y="1481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46520" y="208483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672084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南靖土樓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20840" y="2249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世界文化遺產 · 四菜一湯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42416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100-130 CNY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46520" y="27066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2" name="Text 50"/>
          <p:cNvSpPr/>
          <p:nvPr/>
        </p:nvSpPr>
        <p:spPr>
          <a:xfrm>
            <a:off x="672084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雲水謠古鎮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720840" y="28712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電影取景地 · 千年古道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424160" y="2724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含於土樓票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46520" y="332841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6" name="Text 54"/>
          <p:cNvSpPr/>
          <p:nvPr/>
        </p:nvSpPr>
        <p:spPr>
          <a:xfrm>
            <a:off x="6720840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鐵路公園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20840" y="3493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廢棄鐵路改造 · 年輕人最愛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424160" y="33467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46520" y="39502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672084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胡里山炮台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208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清末海防 · 紅夷火炮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424160" y="39684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25 CNY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457200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4" name="Text 62"/>
          <p:cNvSpPr/>
          <p:nvPr/>
        </p:nvSpPr>
        <p:spPr>
          <a:xfrm>
            <a:off x="672084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八市老街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2084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傳統海鮮市場 · 在地生活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424160" y="4590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46520" y="519379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8" name="Text 66"/>
          <p:cNvSpPr/>
          <p:nvPr/>
        </p:nvSpPr>
        <p:spPr>
          <a:xfrm>
            <a:off x="6720840" y="5102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白鷺洲公園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720840" y="5358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白鷺棲息地 · 咖啡休閒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0424160" y="5212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13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美食地圖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必吃美食 · 在地餐廳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沙茶麵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廈門靈魂美食，沙茶醬湯底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15-25 CNY/人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四里/月華沙茶面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🦪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海蠣煎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蛋香酥脆+鮮嫩海蠣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20-30 CNY/人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八市·蓮花公園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550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土筍凍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海蟲膠質，Q彈，配蒜醋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8-15 CNY/人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曾厝垵路邊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9828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354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🍲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23544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薑母鴨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3544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冬季進補，藥膳燉煮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60-80 CNY/人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6132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好口味煎蟹館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🫘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943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花生湯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軟糯香甜，熱食暖胃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8-10 CNY/人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2024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黃則和（中山路）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3756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747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🥟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347472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肉燕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7472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薄皮鮮肉餛飩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10-15 CNY/人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路邊老店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55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🍖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35508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同安封肉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35508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閩南經典大菜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5508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40-60 CNY/人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8096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當地餐館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09828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2354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🥞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923544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滿煎糕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23544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八市老字號，甜香軟糯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23544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23544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5-8 CNY/人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56132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八市鐘麗君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13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住宿推薦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分區指南 · 價位參考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148840" cy="5394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14884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中山路 / 鎮海路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老城核心，交通樞紐，小吃集中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965960" cy="274320"/>
          </a:xfrm>
          <a:prstGeom prst="rect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✅ 首選，交通方便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300-600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CNY/晚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雙人房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1005840"/>
            <a:ext cx="2148840" cy="5394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005840"/>
            <a:ext cx="2148840" cy="54864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🏖️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346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曾厝垵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240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文青民宿聚集，海邊，價格實惠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34640" y="3246120"/>
            <a:ext cx="1965960" cy="274320"/>
          </a:xfrm>
          <a:prstGeom prst="rect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3246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✅ 年輕人·背包客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200-400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CNY/晚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34640" y="44348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雙人房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005840"/>
            <a:ext cx="2148840" cy="5394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1005840"/>
            <a:ext cx="2148840" cy="54864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環島路 / 黃厝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2240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海景民宿，沙灘直達，景色絕佳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3246120"/>
            <a:ext cx="1965960" cy="274320"/>
          </a:xfrm>
          <a:prstGeom prst="rect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246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✅ 情侶·度假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400-800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CNY/晚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0640" y="44348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雙人房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1005840"/>
            <a:ext cx="2148840" cy="5394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0" y="1005840"/>
            <a:ext cx="21488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🏝️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066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鼓浪嶼島上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6640" y="2240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百年別墅民宿，體驗慢島生活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06640" y="3246120"/>
            <a:ext cx="1965960" cy="274320"/>
          </a:xfrm>
          <a:prstGeom prst="rect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3246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✅ 深度遊（住1晚）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500-1200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CNY/晚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06640" y="44348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雙人房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601200" y="1005840"/>
            <a:ext cx="2148840" cy="5394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601200" y="1005840"/>
            <a:ext cx="2148840" cy="54864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6926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集美區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92640" y="2240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親近自然，價格實惠，遠離喧囂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692640" y="3246120"/>
            <a:ext cx="1965960" cy="274320"/>
          </a:xfrm>
          <a:prstGeom prst="rect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692640" y="3246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✅ 預算型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9264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150-350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CNY/晚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92640" y="44348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雙人房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交通攻略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外部交通 · 市内交通 · 鼓浪嶼輪渡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566160" cy="5303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🛫 外部交通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小三通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金門→廈門船（30分）+巴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直飛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台北→高崎機場（1.5hr）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高崎機場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島內，捷運1號線直達市區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廈門站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思明區，最近市區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5074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廈門北站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島外，捷運1號線約40分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914400"/>
            <a:ext cx="3566160" cy="5303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914400"/>
            <a:ext cx="35661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🚇 市内交通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89120" y="15544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8056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捷運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1/2/3號線覆蓋核心景點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20299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2-7 CNY/程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89120" y="242316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8056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BRT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快速公交，覆蓋島內主幹線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2898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1-4 CNY/程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0" y="329184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4805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公交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線路密集支付寶可刷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80560" y="3767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1-2 CNY/程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416052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48056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共享單車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8056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環島路騎行最佳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4636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1-3 CNY/30分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89120" y="502920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480560" y="5074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滴滴/出租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8056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島內短程，避開高峰期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0560" y="55046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10-40 CNY/程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38160" y="914400"/>
            <a:ext cx="3566160" cy="5303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38160" y="914400"/>
            <a:ext cx="356616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0" name="Text 48"/>
          <p:cNvSpPr/>
          <p:nvPr/>
        </p:nvSpPr>
        <p:spPr>
          <a:xfrm>
            <a:off x="813816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⛴️ 鼓浪嶼輪渡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229600" y="15544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32104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購票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104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微信搜「廈門輪渡」公眾號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29600" y="242316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32104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航線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2104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遊客從厦鼓碼頭（東渡）出發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29600" y="329184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3210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船票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210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往返35 CNY（普通艙）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321040" y="3767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35 CNY往返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229600" y="416052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32104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提前預訂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2104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節假日提前5天，平日1-2天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29600" y="502920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321040" y="5074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TIP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3210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千萬不要找黃牛！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7 天方案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7-Day Itinerary · Days 1–4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🛬 D1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 · 中山路初探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抵達廈門 → 入住中山路 → 中山路步行街 → 八市海鮮市場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推薦：黃則和花生湯 + 肉燕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🏝️ D2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鼓浪嶼（上）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東渡碼頭乘船 → 龍頭路 → 風琴博物館 → 菽莊花園 → 日光岩登頂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提前預訂船票！日落時港仔後沙灘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📸 D3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鼓浪嶼（下）· 鐵路公園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再次上島（遊客少的早晨）→ 國際刻字館 → 蟲洞書店 → 返回 → 鐵路公園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推薦：島上私房菜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0684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00684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🎓 D4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982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 · 厦大 · 環島路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南普陀寺祈福+登五老峰 → 厦門大學（預約）→ 芙蓉隧道 → 環島路騎行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4400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厦大需提前在官方系統預約！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7 天方案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7-Day Itinerary · Days 5–7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6576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657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🌿 D5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園林植物園 · 沙坡尾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園林植物園（雨林世界+多肉）→ 沙坡尾文創 → 頂澳仔貓街 → 白鷺洲公園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29184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植物園07:00-09:00最佳（有霧氣）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914400"/>
            <a:ext cx="36576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914400"/>
            <a:ext cx="3657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🚝 D6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4340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集美學村 · 十里長堤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9659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地鐵1號線海上列車 → 集美學村 → 鱷園 → 十里長堤日落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343400"/>
            <a:ext cx="329184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地鐵1號線日落時分段超美！拍照聖地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914400"/>
            <a:ext cx="36576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914400"/>
            <a:ext cx="3657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✈️ D7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8388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最後巡禮 · 回程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182880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19659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自然醒 → 曾厝垵最後採買 → 伴手禮：南普陀素餅、餡餅 → 返程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4343400"/>
            <a:ext cx="329184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記得帶上南普陀素餅！必備伴手禮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6400800"/>
            <a:ext cx="1143000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💰 7天人均預算：經濟型 ≈ 12,000 TWD ｜ 舒適型 ≈ 24,000 TWD ｜ 輕奢型 ≈ 35,000+ TWD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14 天方案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14-Day Complete Itinerary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5661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1: 精華深度（Day 1-7）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566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2: 島外延伸（Day 8-11）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960120"/>
            <a:ext cx="3566160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3: 互動體驗（Day 12-14）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554480"/>
            <a:ext cx="54864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🏝️ D1-3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鼓浪嶼深度遊（住島上1晚）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31720"/>
            <a:ext cx="54864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🎓 D4-5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 + 厦大 + 環島路 + 園林植物園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108960"/>
            <a:ext cx="54864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🚝 D6-7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集美學村 + 十里長堤 + 老城巡禮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155448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155448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🎨 D8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 + 沙坡尾藝術日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233172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297680" y="233172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🏛️ D9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集美完整日（補完嘉庚建築）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310896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4297680" y="310896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443484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🏔️ D10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南靖土樓一日遊（四菜一湯）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97680" y="388620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4297680" y="388620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443484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🌾 D11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雲水謠古鎮深度遊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38160" y="155448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1554480"/>
            <a:ext cx="54864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3" name="Text 41"/>
          <p:cNvSpPr/>
          <p:nvPr/>
        </p:nvSpPr>
        <p:spPr>
          <a:xfrm>
            <a:off x="82753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⚔️ D12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4400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島內歷史日（鐵路公園+華僑博物院+胡里山炮台）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38160" y="233172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8138160" y="2331720"/>
            <a:ext cx="54864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7" name="Text 45"/>
          <p:cNvSpPr/>
          <p:nvPr/>
        </p:nvSpPr>
        <p:spPr>
          <a:xfrm>
            <a:off x="827532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⛵ D13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4400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互動體驗日：帆船出海 / 溫泉 / 科技館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38160" y="310896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8160" y="3108960"/>
            <a:ext cx="54864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1" name="Text 49"/>
          <p:cNvSpPr/>
          <p:nvPr/>
        </p:nvSpPr>
        <p:spPr>
          <a:xfrm>
            <a:off x="827532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✈️ D14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最後巡禮 + 回程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14天人均預算：經濟型 ≈ 25,000 TWD ｜ 舒適型 ≈ 50,000 TWD ｜ 輕奢型 ≈ 80,000+ TWD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費用預估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Budget Estimates · 2人總計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7天合計（TWD）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14天合計（TWD）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12471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08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機票 / 船票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1508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7,000-12,000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7,000-12,000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0" y="1508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TWD/人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75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2075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5,200-12,900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2075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11,200-28,000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0" y="2075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TWD（6晚/13晚）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42616"/>
            <a:ext cx="112471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426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0" y="26426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4,800-9,000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26426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9,600-18,000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0" y="26426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209544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095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0" y="32095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1,500-3,000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0" y="32095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4,800-9,000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0" y="3209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776472"/>
            <a:ext cx="112471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76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門票+活動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0" y="3776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3,000-6,000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0" y="3776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12,000-18,000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58400" y="3776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343400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343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土樓/雲水謠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0" y="4343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0" y="4343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3,400-5,200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058400" y="4343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TWD（2人）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910328"/>
            <a:ext cx="112471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910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伴手禮/其他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0" y="4910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2,200-4,300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58000" y="4910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4,300-8,600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058400" y="4910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2743200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經濟型 7天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≈ 24,000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7200" y="6172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TWD（2人）/ 人均 ≈ 12,000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337560" y="5486400"/>
            <a:ext cx="2743200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337560" y="5486400"/>
            <a:ext cx="27432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333756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舒適型 7天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3756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≈ 48,000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37560" y="6172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TWD（2人）/ 人均 ≈ 24,000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217920" y="5486400"/>
            <a:ext cx="2743200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17920" y="5486400"/>
            <a:ext cx="27432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Text 57"/>
          <p:cNvSpPr/>
          <p:nvPr/>
        </p:nvSpPr>
        <p:spPr>
          <a:xfrm>
            <a:off x="621792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經濟型 14天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1792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≈ 49,000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17920" y="6172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TWD（2人）/ 人均 ≈ 24,500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9098280" y="5486400"/>
            <a:ext cx="2743200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098280" y="5486400"/>
            <a:ext cx="27432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4" name="Text 62"/>
          <p:cNvSpPr/>
          <p:nvPr/>
        </p:nvSpPr>
        <p:spPr>
          <a:xfrm>
            <a:off x="909828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舒適型 14天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09828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≈ 99,000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98280" y="6172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TWD（2人）/ 人均 ≈ 49,500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實用 Tips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行前準備 · 避坑提醒 · 伴手禮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行前準備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台胞證確認有效期，提前申請一次簽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支付寶/微信支付實名認證開通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383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淘寶買大陸門號卡或開通行動漫遊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297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厦大、鼓浪嶼船票在官方平台提前預訂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輕裝出行，海島早晚溫差帶薄外套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91440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914400"/>
            <a:ext cx="356616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避坑提醒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15544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鼓浪嶼船票只信「廈門輪渡」公眾號，拒絕黃牛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24688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厦大門票免費，勿買任何「代預約」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33832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80560" y="3383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機場、火車站堅持用滴滴，避開黑車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42976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4297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八市買海鮮要先問價，選透明標價店家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52120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路上拉客的私人導遊勿輕信，淘寶正規預訂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91440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8160" y="914400"/>
            <a:ext cx="356616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🎁 伴手禮推薦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21040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南普陀素餅（寺內有門市）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24688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2104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鼓浪嶼餡餅（黃金香/陳記）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0" y="33832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21040" y="3383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閩北茶：鐵觀音/岩茶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42976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321040" y="4297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手工牛軋糖（中山路老店）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52120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104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桂圓乾（當地特產）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祝您旅途愉快！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廈門，一座來了就不想走的海上花園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3840480"/>
            <a:ext cx="484632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🏝️ 鼓浪嶼  ·  🌊 環島路  ·  🏛️ 南普陀  ·  🎓 厦大  ·  🌿 園林植物園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📅 攻略版本 2026-04-19  ·  OpenClaw 智能旅遊攻略  ·  請以出行前最新資訊為準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廈門旅遊攻略</dc:title>
  <dc:subject>7天與14天完整旅遊方案</dc:subject>
  <dc:creator>OpenClaw 寶寶</dc:creator>
  <cp:lastModifiedBy>OpenClaw 寶寶</cp:lastModifiedBy>
  <cp:revision>1</cp:revision>
  <dcterms:created xsi:type="dcterms:W3CDTF">2026-04-19T06:37:30Z</dcterms:created>
  <dcterms:modified xsi:type="dcterms:W3CDTF">2026-04-19T06:37:30Z</dcterms:modified>
</cp:coreProperties>
</file>