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廈門深度旅遊攻略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天 × 14 天　·　1人專屬方案　·　吃住交通費用全指南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🏝️ 廈門 · 2026  |  OpenClaw 智能旅遊攻略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A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目錄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64748B"/>
                </a:solidFill>
              </a:rPr>
              <a:t>CONTENTS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303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54864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小三通交通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057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套票/分段訂·來回詳細說明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5303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743200"/>
            <a:ext cx="54864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景點地圖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246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必去景點·島內/島外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5303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31920"/>
            <a:ext cx="54864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23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34440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美食地圖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4434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必吃小吃·推薦餐廳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5303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5120640"/>
            <a:ext cx="54864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212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34440" y="5212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住宿推薦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34440" y="5623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精選飯店民宿名稱與地址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1554480"/>
            <a:ext cx="5303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1554480"/>
            <a:ext cx="54864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1645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05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99516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交通攻略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95160" y="2057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高鐵·捷運·輪渡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2743200"/>
            <a:ext cx="5303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2743200"/>
            <a:ext cx="54864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06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99516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天方案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95160" y="3246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每日行程·精華深度遊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3931920"/>
            <a:ext cx="5303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3931920"/>
            <a:ext cx="54864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4023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07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995160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天方案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995160" y="4434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完整探索·土樓延伸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17920" y="5120640"/>
            <a:ext cx="5303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17920" y="5120640"/>
            <a:ext cx="54864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0" y="5212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08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6995160" y="5212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費用預估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995160" y="5623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1人單項明細·三級預算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 / 13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65A82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371600" cy="256032"/>
          </a:xfrm>
          <a:prstGeom prst="rect">
            <a:avLst>
              <a:gd name="adj" fmla="val 14286"/>
            </a:avLst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4A"/>
                </a:solidFill>
              </a:rPr>
              <a:t>小三通交通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9202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厦金來回詳細方案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5394960" cy="534924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868680"/>
            <a:ext cx="539496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86868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🚢 方式一：套票（推薦）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1508760"/>
            <a:ext cx="51206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1554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台灣本島 → 金門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181051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立榮/華信國內線機票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2194560"/>
            <a:ext cx="51206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金門機場 → 水頭碼頭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249631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接駁巴士 + 行李直送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2880360"/>
            <a:ext cx="51206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2926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金門水頭 → 厦門五通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318211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船票（約30分鐘）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3566160"/>
            <a:ext cx="51206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3611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KKday 套票（單程）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386791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含台灣本島→金門機票+接送+船票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" y="4251960"/>
            <a:ext cx="51206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" y="4297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KKday 套票（來回）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455371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含機票+接送+船票，KKday 143059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" y="4937760"/>
            <a:ext cx="51206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1520" y="4983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去哪買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523951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旅行社/淘寶（提前預訂）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" y="4892040"/>
            <a:ext cx="5120640" cy="3200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4892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💰 來回套票：KKday 143059 ≈ 7,200–7,600 TWD（單程 3,600–3,800 TWD）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9360" y="868680"/>
            <a:ext cx="5394960" cy="53492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09360" y="868680"/>
            <a:ext cx="539496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86868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⛴️ 方式二：自行分段訂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46520" y="1508760"/>
            <a:ext cx="51206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58368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台灣本島 → 金門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83680" y="18105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立榮/華信機票（自行購買）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784080" y="1600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017"/>
                </a:solidFill>
              </a:rPr>
              <a:t>1,500-2,500 TWD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46520" y="2331720"/>
            <a:ext cx="51206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58368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金門水頭 → 厦門五通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583680" y="26334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船票（單程）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78408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017"/>
                </a:solidFill>
              </a:rPr>
              <a:t>130-180 CNY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46520" y="3154680"/>
            <a:ext cx="51206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583680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厦門五通 → 金門水頭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583680" y="34564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船票（回程）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9784080" y="3246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017"/>
                </a:solidFill>
              </a:rPr>
              <a:t>130-180 CNY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46520" y="3977640"/>
            <a:ext cx="51206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583680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來回船票合計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784080" y="4069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017"/>
                </a:solidFill>
              </a:rPr>
              <a:t>260-360 CNY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46520" y="4892040"/>
            <a:ext cx="5120640" cy="123444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49" name="Text 47"/>
          <p:cNvSpPr/>
          <p:nvPr/>
        </p:nvSpPr>
        <p:spPr>
          <a:xfrm>
            <a:off x="6537960" y="49377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</a:rPr>
              <a:t>⏰ 厦金航線參考時刻（厦門五通 → 金門水頭）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537960" y="5212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08:30 / 09:00 / 10:00 / 11:00 / 12:30 / 14:00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15:30 / 16:30 / 17:00 / 17:30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537960" y="56875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6B6B"/>
                </a:solidFill>
              </a:rPr>
              <a:t>⚠️ 2026-04-13停航中，出行前至 ticket.wujiangferry.com.tw 確認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 / 13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65A82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371600" cy="256032"/>
          </a:xfrm>
          <a:prstGeom prst="rect">
            <a:avLst>
              <a:gd name="adj" fmla="val 14286"/>
            </a:avLst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4A"/>
                </a:solidFill>
              </a:rPr>
              <a:t>景點地圖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92024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景點地圖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5486400" cy="55778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960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🔴 核心必去景點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1463040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鼓浪嶼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6276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世界文化遺產 · 萬國建築博覽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34840" y="14813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船票35 CNY往返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5800" y="2084832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1993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日光岩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24942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鼓浪嶼制高點 · 俯瞰全島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34840" y="2103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30 CNY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" y="2706624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26151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南普陀寺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287121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閩南佛教聖地 · 香火鼎盛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34840" y="27249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免費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" y="3328416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32369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廈門大學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4930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中國最美校園 · 嘉庚建築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434840" y="33467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免費（需預約）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5800" y="3950208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3858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環島路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4114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海岸線騎行 · 黃厝海灘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434840" y="396849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免費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5800" y="4572000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" y="4480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曾厝垵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0120" y="47365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文創漁村 · 小吃匯集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434840" y="45902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免費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5800" y="5193792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/>
          <p:nvPr/>
        </p:nvSpPr>
        <p:spPr>
          <a:xfrm>
            <a:off x="960120" y="5102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中山路步行街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60120" y="53583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百年騎樓老街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434840" y="5212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免費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85800" y="5815584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8" name="Text 36"/>
          <p:cNvSpPr/>
          <p:nvPr/>
        </p:nvSpPr>
        <p:spPr>
          <a:xfrm>
            <a:off x="960120" y="57241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園林植物園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60120" y="59801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雨林世界 · 多肉植物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434840" y="58338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30 CNY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17920" y="822960"/>
            <a:ext cx="5486400" cy="55778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400800" y="960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🟡 島外延伸景點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446520" y="146304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4" name="Text 42"/>
          <p:cNvSpPr/>
          <p:nvPr/>
        </p:nvSpPr>
        <p:spPr>
          <a:xfrm>
            <a:off x="672084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集美學村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720840" y="16276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嘉庚建築群 · 閩南華僑教育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0424160" y="14813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免費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446520" y="2084832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8" name="Text 46"/>
          <p:cNvSpPr/>
          <p:nvPr/>
        </p:nvSpPr>
        <p:spPr>
          <a:xfrm>
            <a:off x="6720840" y="1993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南靖土樓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720840" y="22494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世界文化遺產 · 四菜一湯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0424160" y="21031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100-130 CNY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446520" y="2706624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2" name="Text 50"/>
          <p:cNvSpPr/>
          <p:nvPr/>
        </p:nvSpPr>
        <p:spPr>
          <a:xfrm>
            <a:off x="6720840" y="26151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雲水謠古鎮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720840" y="287121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電影取景地 · 千年古道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10424160" y="27249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含於土樓票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446520" y="3328416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6" name="Text 54"/>
          <p:cNvSpPr/>
          <p:nvPr/>
        </p:nvSpPr>
        <p:spPr>
          <a:xfrm>
            <a:off x="6720840" y="32369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鐵路公園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720840" y="34930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廢棄鐵路改造 · 年輕人最愛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10424160" y="334670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免費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446520" y="3950208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0" name="Text 58"/>
          <p:cNvSpPr/>
          <p:nvPr/>
        </p:nvSpPr>
        <p:spPr>
          <a:xfrm>
            <a:off x="6720840" y="3858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胡里山炮台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720840" y="4114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清末海防 · 紅夷火炮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10424160" y="396849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25 CNY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446520" y="457200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4" name="Text 62"/>
          <p:cNvSpPr/>
          <p:nvPr/>
        </p:nvSpPr>
        <p:spPr>
          <a:xfrm>
            <a:off x="6720840" y="4480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八市老街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720840" y="4736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傳統海鮮市場 · 在地生活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10424160" y="45902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免費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446520" y="5193792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8" name="Text 66"/>
          <p:cNvSpPr/>
          <p:nvPr/>
        </p:nvSpPr>
        <p:spPr>
          <a:xfrm>
            <a:off x="6720840" y="5102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白鷺洲公園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6720840" y="53583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白鷺棲息地 · 咖啡休閒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10424160" y="52120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免費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 / 13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65A82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371600" cy="256032"/>
          </a:xfrm>
          <a:prstGeom prst="rect">
            <a:avLst>
              <a:gd name="adj" fmla="val 14286"/>
            </a:avLst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4A"/>
                </a:solidFill>
              </a:rPr>
              <a:t>美食地圖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9202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必吃美食 · 在地餐廳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743200" cy="246888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🍜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沙茶麵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965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廈門靈魂美食，沙茶醬湯底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2697480"/>
            <a:ext cx="2468880" cy="274320"/>
          </a:xfrm>
          <a:prstGeom prst="rect">
            <a:avLst/>
          </a:prstGeom>
          <a:solidFill>
            <a:srgbClr val="065A82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💰 15-25 CNY/人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20240" y="26974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C7293"/>
                </a:solidFill>
              </a:rPr>
              <a:t>📍 四里/月華沙茶面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37560" y="1005840"/>
            <a:ext cx="2743200" cy="246888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7472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🦪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47472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海蠣煎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1965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蛋香酥脆+鮮嫩海蠣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0" y="2697480"/>
            <a:ext cx="2468880" cy="274320"/>
          </a:xfrm>
          <a:prstGeom prst="rect">
            <a:avLst/>
          </a:prstGeom>
          <a:solidFill>
            <a:srgbClr val="065A82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💰 20-30 CNY/人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26974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C7293"/>
                </a:solidFill>
              </a:rPr>
              <a:t>📍 八市·蓮花公園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217920" y="1005840"/>
            <a:ext cx="2743200" cy="246888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5508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🧊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35508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土筍凍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55080" y="1965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海蟲膠質，Q彈，配蒜醋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55080" y="2697480"/>
            <a:ext cx="2468880" cy="274320"/>
          </a:xfrm>
          <a:prstGeom prst="rect">
            <a:avLst/>
          </a:prstGeom>
          <a:solidFill>
            <a:srgbClr val="065A82">
              <a:alpha val="1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💰 8-15 CNY/人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680960" y="26974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C7293"/>
                </a:solidFill>
              </a:rPr>
              <a:t>📍 曾厝垵路邊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098280" y="1005840"/>
            <a:ext cx="2743200" cy="246888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23544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🍲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923544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薑母鴨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235440" y="1965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冬季進補，藥膳燉煮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235440" y="2697480"/>
            <a:ext cx="2468880" cy="274320"/>
          </a:xfrm>
          <a:prstGeom prst="rect">
            <a:avLst/>
          </a:prstGeom>
          <a:solidFill>
            <a:srgbClr val="065A82">
              <a:alpha val="1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235440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💰 60-80 CNY/人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561320" y="26974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C7293"/>
                </a:solidFill>
              </a:rPr>
              <a:t>📍 好口味煎蟹館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" y="3749040"/>
            <a:ext cx="2743200" cy="246888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9436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🫘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594360" y="4343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花生湯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94360" y="4709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軟糯香甜，熱食暖胃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94360" y="5440680"/>
            <a:ext cx="2468880" cy="274320"/>
          </a:xfrm>
          <a:prstGeom prst="rect">
            <a:avLst/>
          </a:prstGeom>
          <a:solidFill>
            <a:srgbClr val="065A82">
              <a:alpha val="15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94360" y="5440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💰 8-10 CNY/人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920240" y="54406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C7293"/>
                </a:solidFill>
              </a:rPr>
              <a:t>📍 黃則和（中山路）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337560" y="3749040"/>
            <a:ext cx="2743200" cy="246888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47472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🥟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3474720" y="4343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肉燕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3474720" y="4709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薄皮鮮肉餛飩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74720" y="5440680"/>
            <a:ext cx="2468880" cy="274320"/>
          </a:xfrm>
          <a:prstGeom prst="rect">
            <a:avLst/>
          </a:prstGeom>
          <a:solidFill>
            <a:srgbClr val="065A82">
              <a:alpha val="15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3474720" y="5440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💰 10-15 CNY/人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00600" y="54406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C7293"/>
                </a:solidFill>
              </a:rPr>
              <a:t>📍 路邊老店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217920" y="3749040"/>
            <a:ext cx="2743200" cy="246888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3550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🍖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6355080" y="4343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同安封肉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355080" y="4709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閩南經典大菜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355080" y="5440680"/>
            <a:ext cx="2468880" cy="274320"/>
          </a:xfrm>
          <a:prstGeom prst="rect">
            <a:avLst/>
          </a:prstGeom>
          <a:solidFill>
            <a:srgbClr val="065A82">
              <a:alpha val="15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6355080" y="5440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💰 40-60 CNY/人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680960" y="54406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C7293"/>
                </a:solidFill>
              </a:rPr>
              <a:t>📍 當地餐館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9098280" y="3749040"/>
            <a:ext cx="2743200" cy="246888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92354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🥞</a:t>
            </a:r>
            <a:endParaRPr lang="en-US" sz="2400" dirty="0"/>
          </a:p>
        </p:txBody>
      </p:sp>
      <p:sp>
        <p:nvSpPr>
          <p:cNvPr id="58" name="Text 56"/>
          <p:cNvSpPr/>
          <p:nvPr/>
        </p:nvSpPr>
        <p:spPr>
          <a:xfrm>
            <a:off x="9235440" y="4343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滿煎糕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9235440" y="4709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八市老字號，甜香軟糯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9235440" y="5440680"/>
            <a:ext cx="2468880" cy="274320"/>
          </a:xfrm>
          <a:prstGeom prst="rect">
            <a:avLst/>
          </a:prstGeom>
          <a:solidFill>
            <a:srgbClr val="065A82">
              <a:alpha val="15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9235440" y="5440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💰 5-8 CNY/人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0561320" y="54406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C7293"/>
                </a:solidFill>
              </a:rPr>
              <a:t>📍 八市鐘麗君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 / 13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65A82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371600" cy="256032"/>
          </a:xfrm>
          <a:prstGeom prst="rect">
            <a:avLst>
              <a:gd name="adj" fmla="val 14286"/>
            </a:avLst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4A"/>
                </a:solidFill>
              </a:rPr>
              <a:t>住宿推薦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9202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精選飯店民宿（含名稱、地址與房價）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3566160" cy="5486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868680"/>
            <a:ext cx="356616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8961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🏨 中山路片區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508760"/>
            <a:ext cx="33832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1554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中山路步行街海景美居飯店 ⭐4星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19842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📍 思明區中山路（近鼓浪嶼碼頭）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40080" y="2423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💰 ≈900-1,500 TWD/晚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33832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108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鹭島時光客棧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35387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📍 中山路，步行10分鐘至八市/碼頭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0080" y="3977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💰 300-500 CNY/晚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33832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4663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YES青年旅舍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" y="50932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📍 大同路371号，近中山路步行街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0080" y="5532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💰 49 CNY 起/床位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97680" y="868680"/>
            <a:ext cx="3566160" cy="5486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97680" y="868680"/>
            <a:ext cx="356616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4297680" y="8961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🏖️ 曾厝垵片區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89120" y="1508760"/>
            <a:ext cx="33832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480560" y="1554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YOLO有樂民宿（網紅款）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480560" y="19842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📍 曾厝垵社247號（近海邊）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480560" y="2423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💰 150+ CNY/人均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389120" y="3063240"/>
            <a:ext cx="33832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480560" y="3108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海天雅苑客棧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480560" y="35387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📍 曾厝垵文青街後段（近沙灘）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480560" y="3977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💰 118-268 CNY/晚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389120" y="4617720"/>
            <a:ext cx="33832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480560" y="4663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廈門山豆几民宿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480560" y="50932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📍 曾厝垵文創村內（步行5分鐘到海）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480560" y="5532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💰 158 CNY/晚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138160" y="868680"/>
            <a:ext cx="3566160" cy="5486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138160" y="868680"/>
            <a:ext cx="3566160" cy="5029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9" name="Text 37"/>
          <p:cNvSpPr/>
          <p:nvPr/>
        </p:nvSpPr>
        <p:spPr>
          <a:xfrm>
            <a:off x="8138160" y="8961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🌅 環島路/海景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229600" y="1508760"/>
            <a:ext cx="33832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321040" y="1554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青青民宿（獨棟海景別墅）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321040" y="19842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📍 濱海街道曾厝垵前田公交站附近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321040" y="2423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0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💰 160 CNY/晚（雙人）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229600" y="3063240"/>
            <a:ext cx="33832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321040" y="3108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夏栀民宿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321040" y="35387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📍 曾厝垵（8分鐘到海邊）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321040" y="3977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0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💰 100 CNY/晚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229600" y="4617720"/>
            <a:ext cx="33832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8321040" y="4663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廈門花田厝青年旅館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321040" y="50932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📍 環島路曾厝垵社370號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8321040" y="5532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0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💰 150 CNY/標準間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57200" y="6400800"/>
            <a:ext cx="11247120" cy="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7293"/>
                </a:solidFill>
              </a:rPr>
              <a:t>📌 訂房平台：攜程 Ctrip · Trip.com · 木鳥民宿 · Booking.com｜節假日建議提前2-4週預訂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 / 13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65A82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371600" cy="256032"/>
          </a:xfrm>
          <a:prstGeom prst="rect">
            <a:avLst>
              <a:gd name="adj" fmla="val 14286"/>
            </a:avLst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4A"/>
                </a:solidFill>
              </a:rPr>
              <a:t>交通攻略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9202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外部交通 · 市内交通 · 鼓浪嶼輪渡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3566160" cy="53035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356616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9601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🛫 外部交通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554480"/>
            <a:ext cx="33832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1600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小三通套票（KKday，推薦）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18928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KKday 產品143059，含來回機票+接送+船票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214884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</a:rPr>
              <a:t>7,200–7,600 TWD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468880"/>
            <a:ext cx="33832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2514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直飛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8072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台北→高崎機場（1.5hr）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" y="306324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</a:rPr>
              <a:t>2,500-4,000 TWD/單程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383280"/>
            <a:ext cx="33832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3429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高崎機場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7216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島內，捷運1號線直達市區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297680" y="914400"/>
            <a:ext cx="3566160" cy="53035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97680" y="914400"/>
            <a:ext cx="356616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4297680" y="9601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🚇 市内交通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89120" y="1554480"/>
            <a:ext cx="33832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480560" y="1600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捷運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80560" y="18928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1/2/3號線覆蓋核心景點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480560" y="214884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</a:rPr>
              <a:t>2-7 CNY/程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89120" y="2468880"/>
            <a:ext cx="33832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480560" y="2514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BRT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480560" y="28072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快速公交，覆蓋島內主幹線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480560" y="306324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</a:rPr>
              <a:t>1-4 CNY/程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389120" y="3383280"/>
            <a:ext cx="33832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480560" y="3429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共享單車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480560" y="37216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環島路騎行最佳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480560" y="397764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</a:rPr>
              <a:t>1-3 CNY/30分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389120" y="4297680"/>
            <a:ext cx="33832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480560" y="4343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滴滴/出租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480560" y="46360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島內短程，避開高峰期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480560" y="489204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</a:rPr>
              <a:t>10-40 CNY/程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138160" y="914400"/>
            <a:ext cx="3566160" cy="53035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138160" y="914400"/>
            <a:ext cx="3566160" cy="5029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2" name="Text 40"/>
          <p:cNvSpPr/>
          <p:nvPr/>
        </p:nvSpPr>
        <p:spPr>
          <a:xfrm>
            <a:off x="8138160" y="9601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⛴️ 鼓浪嶼輪渡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229600" y="1554480"/>
            <a:ext cx="33832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321040" y="1600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</a:rPr>
              <a:t>購票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321040" y="18928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微信搜「廈門輪渡」公眾號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229600" y="2468880"/>
            <a:ext cx="33832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8321040" y="2514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</a:rPr>
              <a:t>航線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321040" y="28072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厦鼓碼頭（東渡）出發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229600" y="3383280"/>
            <a:ext cx="33832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8321040" y="3429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</a:rPr>
              <a:t>船票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321040" y="37216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往返35 CNY（普通艙）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8321040" y="397764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</a:rPr>
              <a:t>35 CNY往返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229600" y="4297680"/>
            <a:ext cx="33832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8321040" y="4343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</a:rPr>
              <a:t>提前預訂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321040" y="46360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節假日5天，平日1-2天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8229600" y="5212080"/>
            <a:ext cx="33832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8321040" y="5257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</a:rPr>
              <a:t>⚠️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321040" y="55504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千萬不要找黃牛！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 / 13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65A82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371600" cy="256032"/>
          </a:xfrm>
          <a:prstGeom prst="rect">
            <a:avLst>
              <a:gd name="adj" fmla="val 14286"/>
            </a:avLst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4A"/>
                </a:solidFill>
              </a:rPr>
              <a:t>7 天方案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9202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7-Day Itinerary · Days 1–4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743200" cy="539496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2743200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60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🛬 D1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抵達 · 中山路初探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828800"/>
            <a:ext cx="246888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96596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抵達厦門 → 入住中山路 → 中山路步行街 → 八市海鮮市場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4343400"/>
            <a:ext cx="2468880" cy="27432"/>
          </a:xfrm>
          <a:prstGeom prst="rect">
            <a:avLst/>
          </a:prstGeom>
          <a:solidFill>
            <a:srgbClr val="D4A017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4348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A0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推薦：黃則和花生湯 + 肉燕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914400"/>
            <a:ext cx="2743200" cy="539496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914400"/>
            <a:ext cx="2743200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960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🏝️ D2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3756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鼓浪嶼（上）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83280" y="1828800"/>
            <a:ext cx="246888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196596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東渡碼頭乘船 → 龍頭路 → 風琴博物館 → 菽莊花園 → 日光岩登頂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83280" y="4343400"/>
            <a:ext cx="2468880" cy="27432"/>
          </a:xfrm>
          <a:prstGeom prst="rect">
            <a:avLst/>
          </a:prstGeom>
          <a:solidFill>
            <a:srgbClr val="D4A017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44348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A0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提前預訂船票！日落時港仔後沙灘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26480" y="914400"/>
            <a:ext cx="2743200" cy="539496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914400"/>
            <a:ext cx="2743200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960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📸 D3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1792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鼓浪嶼（下）· 鐵路公園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63640" y="1828800"/>
            <a:ext cx="246888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196596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早晨漫步小巷 → 國際刻字館 → 蟲洞書店 → 返回 → 鐵路公園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63640" y="4343400"/>
            <a:ext cx="2468880" cy="27432"/>
          </a:xfrm>
          <a:prstGeom prst="rect">
            <a:avLst/>
          </a:prstGeom>
          <a:solidFill>
            <a:srgbClr val="D4A017">
              <a:alpha val="5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44348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A0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推薦：堂宴老廈門私房菜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006840" y="914400"/>
            <a:ext cx="2743200" cy="539496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006840" y="914400"/>
            <a:ext cx="2743200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9098280" y="960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🎓 D4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09828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南普陀 · 厦大 · 環島路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144000" y="1828800"/>
            <a:ext cx="246888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0" y="196596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南普陀寺祈福+登五老峰 → 厦門大學（預約）→ 芙蓉隧道 → 環島路騎行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144000" y="4343400"/>
            <a:ext cx="2468880" cy="27432"/>
          </a:xfrm>
          <a:prstGeom prst="rect">
            <a:avLst/>
          </a:prstGeom>
          <a:solidFill>
            <a:srgbClr val="D4A017">
              <a:alpha val="5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0" y="44348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A0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厦大需提前在官方系統預約！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 / 13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65A82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371600" cy="256032"/>
          </a:xfrm>
          <a:prstGeom prst="rect">
            <a:avLst>
              <a:gd name="adj" fmla="val 14286"/>
            </a:avLst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4A"/>
                </a:solidFill>
              </a:rPr>
              <a:t>7 天方案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9202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7-Day Itinerary · Days 5–7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3657600" cy="539496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3657600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960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🌿 D5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園林植物園 · 沙坡尾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329184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96596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園林植物園（雨林世界+多肉）→ 沙坡尾文創 → 頂澳仔貓街 → 白鷺洲公園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3291840" cy="27432"/>
          </a:xfrm>
          <a:prstGeom prst="rect">
            <a:avLst/>
          </a:prstGeom>
          <a:solidFill>
            <a:srgbClr val="D4A017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4348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0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植物園07:00-09:00最佳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06240" y="914400"/>
            <a:ext cx="3657600" cy="539496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06240" y="914400"/>
            <a:ext cx="3657600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343400" y="960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🚝 D6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34340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集美學村 · 十里長堤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89120" y="1828800"/>
            <a:ext cx="329184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0" y="196596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地鐵1號線海上列車 → 集美學村 → 鱷園 → 十里長堤日落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4343400"/>
            <a:ext cx="3291840" cy="27432"/>
          </a:xfrm>
          <a:prstGeom prst="rect">
            <a:avLst/>
          </a:prstGeom>
          <a:solidFill>
            <a:srgbClr val="D4A017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0" y="44348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0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地鐵1號線日落時分段超美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46720" y="914400"/>
            <a:ext cx="3657600" cy="539496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0" y="914400"/>
            <a:ext cx="3657600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8183880" y="960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✈️ D7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18388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最後巡禮 · 回程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29600" y="1828800"/>
            <a:ext cx="329184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0" y="196596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曾厝垵最後採買 → 伴手禮：南普陀素餅 → 返程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0" y="4343400"/>
            <a:ext cx="3291840" cy="27432"/>
          </a:xfrm>
          <a:prstGeom prst="rect">
            <a:avLst/>
          </a:prstGeom>
          <a:solidFill>
            <a:srgbClr val="D4A017">
              <a:alpha val="5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0" y="44348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0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記得帶南普陀素餅！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630936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17"/>
                </a:solidFill>
              </a:rPr>
              <a:t>💰 7天1人預算：經濟型 ≈ 16,400 TWD ｜ 舒適型 ≈ 34,100 TWD ｜ 輕奢型 ≈ 51,000+ TWD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 / 13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65A82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371600" cy="256032"/>
          </a:xfrm>
          <a:prstGeom prst="rect">
            <a:avLst>
              <a:gd name="adj" fmla="val 14286"/>
            </a:avLst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4A"/>
                </a:solidFill>
              </a:rPr>
              <a:t>14 天方案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9202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14-Day Complete Itinerary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56616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60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1: 精華深度（Day 1-7）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960120"/>
            <a:ext cx="356616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960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2: 島外延伸（Day 8-11）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960120"/>
            <a:ext cx="3566160" cy="4572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0" y="960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3: 互動體驗（Day 12-14）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554480"/>
            <a:ext cx="3566160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1554480"/>
            <a:ext cx="54864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🏝️ D1-3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63040" y="1645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鼓浪嶼深度遊（住島上1晚）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331720"/>
            <a:ext cx="3566160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331720"/>
            <a:ext cx="54864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377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🎓 D4-5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63040" y="2423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南普陀 + 厦大 + 環島路 + 園林植物園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108960"/>
            <a:ext cx="3566160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108960"/>
            <a:ext cx="54864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154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🚝 D6-7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63040" y="3200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集美學村 + 十里長堤 + 老城巡禮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97680" y="1554480"/>
            <a:ext cx="3566160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Shape 24"/>
          <p:cNvSpPr/>
          <p:nvPr/>
        </p:nvSpPr>
        <p:spPr>
          <a:xfrm>
            <a:off x="4297680" y="1554480"/>
            <a:ext cx="54864" cy="6583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44348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🎨 D8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03520" y="1645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八市 + 沙坡尾藝術日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97680" y="2331720"/>
            <a:ext cx="3566160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Shape 28"/>
          <p:cNvSpPr/>
          <p:nvPr/>
        </p:nvSpPr>
        <p:spPr>
          <a:xfrm>
            <a:off x="4297680" y="2331720"/>
            <a:ext cx="54864" cy="6583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4434840" y="2377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🏛️ D9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0" y="2423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集美完整日（補完嘉庚建築）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297680" y="3108960"/>
            <a:ext cx="3566160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" name="Shape 32"/>
          <p:cNvSpPr/>
          <p:nvPr/>
        </p:nvSpPr>
        <p:spPr>
          <a:xfrm>
            <a:off x="4297680" y="3108960"/>
            <a:ext cx="54864" cy="6583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/>
          <p:nvPr/>
        </p:nvSpPr>
        <p:spPr>
          <a:xfrm>
            <a:off x="4434840" y="3154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🏔️ D10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3520" y="3200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南靖土樓一日遊（四菜一湯）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297680" y="3886200"/>
            <a:ext cx="3566160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8" name="Shape 36"/>
          <p:cNvSpPr/>
          <p:nvPr/>
        </p:nvSpPr>
        <p:spPr>
          <a:xfrm>
            <a:off x="4297680" y="3886200"/>
            <a:ext cx="54864" cy="6583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9" name="Text 37"/>
          <p:cNvSpPr/>
          <p:nvPr/>
        </p:nvSpPr>
        <p:spPr>
          <a:xfrm>
            <a:off x="4434840" y="3931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🌾 D11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303520" y="3977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雲水謠古鎮深度遊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138160" y="1554480"/>
            <a:ext cx="3566160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2" name="Shape 40"/>
          <p:cNvSpPr/>
          <p:nvPr/>
        </p:nvSpPr>
        <p:spPr>
          <a:xfrm>
            <a:off x="8138160" y="1554480"/>
            <a:ext cx="54864" cy="65836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3" name="Text 41"/>
          <p:cNvSpPr/>
          <p:nvPr/>
        </p:nvSpPr>
        <p:spPr>
          <a:xfrm>
            <a:off x="827532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</a:rPr>
              <a:t>⚔️ D12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144000" y="1645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島內歷史日（鐵路公園+胡里山炮台）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138160" y="2331720"/>
            <a:ext cx="3566160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6" name="Shape 44"/>
          <p:cNvSpPr/>
          <p:nvPr/>
        </p:nvSpPr>
        <p:spPr>
          <a:xfrm>
            <a:off x="8138160" y="2331720"/>
            <a:ext cx="54864" cy="65836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7" name="Text 45"/>
          <p:cNvSpPr/>
          <p:nvPr/>
        </p:nvSpPr>
        <p:spPr>
          <a:xfrm>
            <a:off x="8275320" y="2377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</a:rPr>
              <a:t>⛵ D13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144000" y="2423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互動體驗日：帆船出海 / 溫泉 / 科技館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138160" y="3108960"/>
            <a:ext cx="3566160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0" name="Shape 48"/>
          <p:cNvSpPr/>
          <p:nvPr/>
        </p:nvSpPr>
        <p:spPr>
          <a:xfrm>
            <a:off x="8138160" y="3108960"/>
            <a:ext cx="54864" cy="65836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1" name="Text 49"/>
          <p:cNvSpPr/>
          <p:nvPr/>
        </p:nvSpPr>
        <p:spPr>
          <a:xfrm>
            <a:off x="8275320" y="3154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</a:rPr>
              <a:t>✈️ D14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144000" y="3200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最後巡禮 + 回程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" y="4937760"/>
            <a:ext cx="11247120" cy="64008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4937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💰 14天1人預算：經濟型 ≈ 30,900 TWD ｜ 舒適型 ≈ 73,400 TWD ｜ 輕奢型 ≈ 96,000+ TWD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 / 13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65A82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371600" cy="256032"/>
          </a:xfrm>
          <a:prstGeom prst="rect">
            <a:avLst>
              <a:gd name="adj" fmla="val 14286"/>
            </a:avLst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4A"/>
                </a:solidFill>
              </a:rPr>
              <a:t>費用預估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9202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Budget Estimates · 1人單項明細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1124712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項目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0058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7天合計（1人 TWD）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10058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14天合計（1人 TWD）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0" y="1005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11247120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5087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小三通來回（KKday 套票）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0" y="150876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≈ 7,200–7,600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150876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≈ 7,200–7,600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0" y="15087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KKday 143059，單程3,600-3,800 TWD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075688"/>
            <a:ext cx="112471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07568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住宿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0" y="207568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≈ 3,900-13,000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207568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≈ 8,400-28,000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0" y="207568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青旅150 CNY起/飯店500+TWD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642616"/>
            <a:ext cx="11247120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64261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餐飲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0400" y="264261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≈ 2,200-4,400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264261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≈ 4,800-9,600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601200" y="264261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1人小吃為主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209544"/>
            <a:ext cx="112471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2095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市内交通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0" y="320954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≈ 800-2,200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320954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≈ 3,000-7,200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601200" y="320954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捷運+滴滴為主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776472"/>
            <a:ext cx="11247120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77647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門票+活動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00400" y="377647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≈ 1,300-3,900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0" y="377647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≈ 5,500-17,000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601200" y="37764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含土樓/雲水謠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343400"/>
            <a:ext cx="112471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3434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伴手禮/其他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200400" y="43434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≈ 1,000-2,000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0" y="43434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≈ 2,000-4,000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601200" y="43434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素餅、餡餅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5166360"/>
            <a:ext cx="2743200" cy="114300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7200" y="5166360"/>
            <a:ext cx="27432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5166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經濟型 7天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57200" y="5532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≈ 16,400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457200" y="5989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TWD（1人）/ 日均 ≈ 2,300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337560" y="5166360"/>
            <a:ext cx="2743200" cy="114300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337560" y="5166360"/>
            <a:ext cx="2743200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9" name="Text 47"/>
          <p:cNvSpPr/>
          <p:nvPr/>
        </p:nvSpPr>
        <p:spPr>
          <a:xfrm>
            <a:off x="3337560" y="5166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舒適型 7天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337560" y="5532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≈ 34,100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3337560" y="5989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TWD（1人）/ 日均 ≈ 4,900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217920" y="5166360"/>
            <a:ext cx="2743200" cy="114300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217920" y="5166360"/>
            <a:ext cx="27432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4" name="Text 52"/>
          <p:cNvSpPr/>
          <p:nvPr/>
        </p:nvSpPr>
        <p:spPr>
          <a:xfrm>
            <a:off x="6217920" y="5166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經濟型 14天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217920" y="5532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≈ 30,900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6217920" y="5989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TWD（1人）/ 日均 ≈ 2,200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9098280" y="5166360"/>
            <a:ext cx="2743200" cy="114300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9098280" y="5166360"/>
            <a:ext cx="2743200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9" name="Text 57"/>
          <p:cNvSpPr/>
          <p:nvPr/>
        </p:nvSpPr>
        <p:spPr>
          <a:xfrm>
            <a:off x="9098280" y="5166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舒適型 14天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9098280" y="5532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≈ 73,400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9098280" y="5989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TWD（1人）/ 日均 ≈ 5,200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11 / 13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65A82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371600" cy="256032"/>
          </a:xfrm>
          <a:prstGeom prst="rect">
            <a:avLst>
              <a:gd name="adj" fmla="val 14286"/>
            </a:avLst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4A"/>
                </a:solidFill>
              </a:rPr>
              <a:t>實用 Tips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9202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行前準備 · 避坑提醒 · 伴手禮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3566160" cy="5486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356616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9601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行前準備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554480"/>
            <a:ext cx="33832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1554480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台胞證確認有效期，提前申請一次簽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33832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468880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支付寶/微信支付實名認證開通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33832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383280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小三通建議 KKday 購買來回套票（KKday 143059，單程 3,600–3,800 TWD）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33832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4297680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厦大、鼓浪嶼船票在官方平台提前預訂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5212080"/>
            <a:ext cx="33832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5212080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輕裝出行，海島早晚溫差帶薄外套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0" y="914400"/>
            <a:ext cx="3566160" cy="5486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97680" y="914400"/>
            <a:ext cx="356616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4297680" y="9601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避坑提醒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89120" y="1554480"/>
            <a:ext cx="33832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480560" y="1554480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鼓浪嶼船票只信「廈門輪渡」公眾號，拒絕黃牛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89120" y="2468880"/>
            <a:ext cx="33832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480560" y="2468880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厦大門票免費，勿買任何「代預約」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89120" y="3383280"/>
            <a:ext cx="33832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480560" y="3383280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機場、火車站堅持用滴滴，避開黑車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89120" y="4297680"/>
            <a:ext cx="33832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480560" y="4297680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八市買海鮮要先問價，選透明標價店家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389120" y="5212080"/>
            <a:ext cx="33832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480560" y="5212080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路上拉客的私人導遊勿輕信，淘寶正規預訂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138160" y="914400"/>
            <a:ext cx="3566160" cy="5486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138160" y="914400"/>
            <a:ext cx="3566160" cy="5029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5" name="Text 33"/>
          <p:cNvSpPr/>
          <p:nvPr/>
        </p:nvSpPr>
        <p:spPr>
          <a:xfrm>
            <a:off x="8138160" y="9601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🎁 伴手禮推薦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229600" y="1554480"/>
            <a:ext cx="33832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321040" y="1554480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南普陀素餅（寺內有門市）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229600" y="2468880"/>
            <a:ext cx="33832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321040" y="2468880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鼓浪嶼餡餅（黃金香/陳記）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229600" y="3383280"/>
            <a:ext cx="33832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321040" y="3383280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閩北茶：鐵觀音/岩茶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229600" y="4297680"/>
            <a:ext cx="33832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8321040" y="4297680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手工牛軋糖（中山路老店）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229600" y="5212080"/>
            <a:ext cx="33832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321040" y="5212080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桂圓乾（當地特產）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12 / 13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65A82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1216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祝您旅途愉快！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0" y="301752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廈門，一座來了就不想走的海上花園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0" y="3840480"/>
            <a:ext cx="484632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02336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4F8"/>
                </a:solidFill>
              </a:rPr>
              <a:t>🏝️ 鼓浪嶼  ·  🌊 環島路  ·  🏛️ 南普陀  ·  🎓 厦大  ·  🌿 園林植物園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📅 攻略版本 2026-04-19（更新版）·  OpenClaw 智能旅遊攻略  ·  請以出行前最新資訊為準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廈門旅遊攻略</dc:title>
  <dc:subject>PptxGenJS Presentation</dc:subject>
  <dc:creator>OpenClaw 寶寶</dc:creator>
  <cp:lastModifiedBy>OpenClaw 寶寶</cp:lastModifiedBy>
  <cp:revision>1</cp:revision>
  <dcterms:created xsi:type="dcterms:W3CDTF">2026-04-19T07:32:08Z</dcterms:created>
  <dcterms:modified xsi:type="dcterms:W3CDTF">2026-04-19T07:32:08Z</dcterms:modified>
</cp:coreProperties>
</file>